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0" r:id="rId5"/>
    <p:sldId id="263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E0DF2-AB2B-43E4-8537-BF62C876EB52}" v="232" dt="2022-01-17T04:58:00.993"/>
    <p1510:client id="{CE470EF3-0316-4998-8878-1A7EC98DA56F}" v="27" dt="2022-01-18T09:07:14.084"/>
    <p1510:client id="{E276E390-ADD1-4CCE-A7C0-C7F34F22322D}" v="277" dt="2022-01-19T08:04:07.512"/>
    <p1510:client id="{EAD00BD1-211E-4FC5-897F-E169A236F528}" v="481" dt="2022-01-17T05:18:57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-2214" y="-17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19.01.2022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xmlns="" id="{934F1179-B481-4F9E-BCA3-AFB972070F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9">
            <a:extLst>
              <a:ext uri="{FF2B5EF4-FFF2-40B4-BE49-F238E27FC236}">
                <a16:creationId xmlns:a16="http://schemas.microsoft.com/office/drawing/2014/main" xmlns="" id="{827DC2C4-B485-428A-BF4A-472D2967F4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EE04B5EB-F158-4507-90DD-BD23620C7C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de-DE" sz="11500" u="sng">
                <a:cs typeface="Calibri Light"/>
              </a:rPr>
              <a:t>Nuklear Strike</a:t>
            </a:r>
            <a:endParaRPr lang="de-DE" sz="11500" u="sng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 dirty="0">
                <a:cs typeface="Calibri"/>
              </a:rPr>
              <a:t>Ein rundenbasiertes Strategiespiel basierend auf </a:t>
            </a:r>
            <a:r>
              <a:rPr lang="de-DE" dirty="0" err="1">
                <a:cs typeface="Calibri"/>
              </a:rPr>
              <a:t>Javascript</a:t>
            </a:r>
            <a:endParaRPr lang="de-DE" dirty="0">
              <a:cs typeface="Calibri"/>
            </a:endParaRPr>
          </a:p>
          <a:p>
            <a:pPr algn="l"/>
            <a:r>
              <a:rPr lang="de-DE" dirty="0">
                <a:cs typeface="Calibri"/>
              </a:rPr>
              <a:t> von Tilo von Eschwege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907EF6B7-1338-4443-8C46-6A318D952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AAE4CDD-124C-4DCF-9584-B6033B545D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xmlns="" id="{AADA2A0F-6F8A-4D80-8882-4F5FFCF20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u="sng">
                <a:solidFill>
                  <a:srgbClr val="FFFFFF"/>
                </a:solidFill>
                <a:ea typeface="+mj-lt"/>
                <a:cs typeface="+mj-lt"/>
              </a:rPr>
              <a:t>Bausystem in Javascript</a:t>
            </a:r>
            <a:endParaRPr lang="de-DE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xmlns="" id="{081E4A58-353D-44AE-B2FC-2A74E2E400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AFC7FD30-1A4E-4F54-A107-F9C8E523F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de-DE" dirty="0">
                <a:ea typeface="+mn-lt"/>
                <a:cs typeface="+mn-lt"/>
              </a:rPr>
              <a:t>Jedem Sechseck wird eine eindeutige ID zugewiesen, um es im Code anzusteuern.</a:t>
            </a:r>
            <a:endParaRPr lang="en-US" dirty="0">
              <a:ea typeface="+mn-lt"/>
              <a:cs typeface="+mn-lt"/>
            </a:endParaRPr>
          </a:p>
          <a:p>
            <a:r>
              <a:rPr lang="de-DE" dirty="0">
                <a:ea typeface="+mn-lt"/>
                <a:cs typeface="+mn-lt"/>
              </a:rPr>
              <a:t> Die ID setzt sich aus der Reihe und der Nummer des Sechsecks zusammen.</a:t>
            </a:r>
            <a:endParaRPr lang="en-US" dirty="0">
              <a:ea typeface="+mn-lt"/>
              <a:cs typeface="+mn-lt"/>
            </a:endParaRPr>
          </a:p>
          <a:p>
            <a:r>
              <a:rPr lang="de-DE" dirty="0">
                <a:ea typeface="+mn-lt"/>
                <a:cs typeface="+mn-lt"/>
              </a:rPr>
              <a:t>Jedes Sechseck besitzt einen Click-</a:t>
            </a:r>
            <a:r>
              <a:rPr lang="de-DE" dirty="0" err="1">
                <a:ea typeface="+mn-lt"/>
                <a:cs typeface="+mn-lt"/>
              </a:rPr>
              <a:t>EventListener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r>
              <a:rPr lang="de-DE" dirty="0">
                <a:ea typeface="+mn-lt"/>
                <a:cs typeface="+mn-lt"/>
              </a:rPr>
              <a:t> Wenn ein Sechseck nun angeklickt wird, wird überprüft welcher Baumodus aktiv ist</a:t>
            </a:r>
          </a:p>
          <a:p>
            <a:r>
              <a:rPr lang="de-DE" dirty="0">
                <a:ea typeface="+mn-lt"/>
                <a:cs typeface="+mn-lt"/>
              </a:rPr>
              <a:t>Der Baumodus wird durch den Spieler durch die untere Leiste im Spiel bestimmt.</a:t>
            </a:r>
            <a:endParaRPr lang="de-DE"/>
          </a:p>
          <a:p>
            <a:r>
              <a:rPr lang="de-DE" dirty="0">
                <a:cs typeface="Calibri"/>
              </a:rPr>
              <a:t>Die ID des Sechsecks wird beim Anklicken des </a:t>
            </a:r>
            <a:r>
              <a:rPr lang="de-DE" dirty="0" err="1">
                <a:cs typeface="Calibri"/>
              </a:rPr>
              <a:t>Seckseckes</a:t>
            </a:r>
            <a:r>
              <a:rPr lang="de-DE" dirty="0">
                <a:cs typeface="Calibri"/>
              </a:rPr>
              <a:t> an die jeweilige Baufunktion als Parameter übergegeben. </a:t>
            </a:r>
          </a:p>
          <a:p>
            <a:r>
              <a:rPr lang="de-DE" dirty="0">
                <a:cs typeface="Calibri"/>
              </a:rPr>
              <a:t>Diese Baufunktion erschafft nun auf dem Feld mit der vorher übergegebenen ID das vorher vom Spieler ausgewählte Gebäude.</a:t>
            </a:r>
            <a:endParaRPr lang="de-DE" dirty="0"/>
          </a:p>
          <a:p>
            <a:endParaRPr lang="de-DE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862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035E7215-6E4B-4F8A-8581-A1671FA9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4" descr="Ein Bild, das Text enthält.&#10;&#10;Beschreibung automatisch generiert.">
            <a:extLst>
              <a:ext uri="{FF2B5EF4-FFF2-40B4-BE49-F238E27FC236}">
                <a16:creationId xmlns:a16="http://schemas.microsoft.com/office/drawing/2014/main" xmlns="" id="{1EBD23F4-4860-4689-95B3-41D6CC225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34" y="151724"/>
            <a:ext cx="12196736" cy="6631091"/>
          </a:xfrm>
        </p:spPr>
      </p:pic>
    </p:spTree>
    <p:extLst>
      <p:ext uri="{BB962C8B-B14F-4D97-AF65-F5344CB8AC3E}">
        <p14:creationId xmlns:p14="http://schemas.microsoft.com/office/powerpoint/2010/main" val="168882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264D464-898B-4908-88FD-33A83D6ED6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12192000" cy="68579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xmlns="" id="{48E3895E-B323-4594-B941-8484F078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808597" cy="1146176"/>
          </a:xfrm>
        </p:spPr>
        <p:txBody>
          <a:bodyPr>
            <a:normAutofit/>
          </a:bodyPr>
          <a:lstStyle/>
          <a:p>
            <a:r>
              <a:rPr lang="de-DE" sz="4100" u="sng">
                <a:solidFill>
                  <a:schemeClr val="bg1"/>
                </a:solidFill>
                <a:cs typeface="Calibri Light"/>
              </a:rPr>
              <a:t>Wie erschafft man Gebäude / Objekte in JS?</a:t>
            </a:r>
            <a:endParaRPr lang="de-DE" sz="4100">
              <a:solidFill>
                <a:schemeClr val="bg1"/>
              </a:solidFill>
              <a:cs typeface="Calibri Light" panose="020F0302020204030204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F0BC1D9E-4401-4EC0-88FD-ED103CB570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1000670" y="2"/>
            <a:ext cx="1191330" cy="1511301"/>
          </a:xfrm>
          <a:custGeom>
            <a:avLst/>
            <a:gdLst>
              <a:gd name="connsiteX0" fmla="*/ 697617 w 1191330"/>
              <a:gd name="connsiteY0" fmla="*/ 0 h 1511301"/>
              <a:gd name="connsiteX1" fmla="*/ 1191330 w 1191330"/>
              <a:gd name="connsiteY1" fmla="*/ 0 h 1511301"/>
              <a:gd name="connsiteX2" fmla="*/ 1191330 w 1191330"/>
              <a:gd name="connsiteY2" fmla="*/ 1511301 h 1511301"/>
              <a:gd name="connsiteX3" fmla="*/ 0 w 1191330"/>
              <a:gd name="connsiteY3" fmla="*/ 1511301 h 151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1330" h="1511301">
                <a:moveTo>
                  <a:pt x="697617" y="0"/>
                </a:moveTo>
                <a:lnTo>
                  <a:pt x="1191330" y="0"/>
                </a:lnTo>
                <a:lnTo>
                  <a:pt x="1191330" y="1511301"/>
                </a:lnTo>
                <a:lnTo>
                  <a:pt x="0" y="151130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xmlns="" id="{B0AAF7C9-094E-400C-A428-F6C2262F65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690688"/>
            <a:ext cx="10753320" cy="5167312"/>
          </a:xfrm>
          <a:custGeom>
            <a:avLst/>
            <a:gdLst>
              <a:gd name="connsiteX0" fmla="*/ 0 w 10753320"/>
              <a:gd name="connsiteY0" fmla="*/ 0 h 5167312"/>
              <a:gd name="connsiteX1" fmla="*/ 9680943 w 10753320"/>
              <a:gd name="connsiteY1" fmla="*/ 0 h 5167312"/>
              <a:gd name="connsiteX2" fmla="*/ 9680223 w 10753320"/>
              <a:gd name="connsiteY2" fmla="*/ 952 h 5167312"/>
              <a:gd name="connsiteX3" fmla="*/ 10753320 w 10753320"/>
              <a:gd name="connsiteY3" fmla="*/ 952 h 5167312"/>
              <a:gd name="connsiteX4" fmla="*/ 8359441 w 10753320"/>
              <a:gd name="connsiteY4" fmla="*/ 5167312 h 5167312"/>
              <a:gd name="connsiteX5" fmla="*/ 4821866 w 10753320"/>
              <a:gd name="connsiteY5" fmla="*/ 5167312 h 5167312"/>
              <a:gd name="connsiteX6" fmla="*/ 4821866 w 10753320"/>
              <a:gd name="connsiteY6" fmla="*/ 5166360 h 5167312"/>
              <a:gd name="connsiteX7" fmla="*/ 0 w 10753320"/>
              <a:gd name="connsiteY7" fmla="*/ 5166360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53320" h="5167312">
                <a:moveTo>
                  <a:pt x="0" y="0"/>
                </a:moveTo>
                <a:lnTo>
                  <a:pt x="9680943" y="0"/>
                </a:lnTo>
                <a:lnTo>
                  <a:pt x="9680223" y="952"/>
                </a:lnTo>
                <a:lnTo>
                  <a:pt x="10753320" y="952"/>
                </a:lnTo>
                <a:lnTo>
                  <a:pt x="8359441" y="5167312"/>
                </a:lnTo>
                <a:lnTo>
                  <a:pt x="4821866" y="5167312"/>
                </a:lnTo>
                <a:lnTo>
                  <a:pt x="4821866" y="5166360"/>
                </a:lnTo>
                <a:lnTo>
                  <a:pt x="0" y="516636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24FAFECD-15CE-479A-99BE-5DF8AC9EF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5811"/>
            <a:ext cx="7315200" cy="41211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000" dirty="0">
                <a:cs typeface="Calibri"/>
              </a:rPr>
              <a:t>Mit </a:t>
            </a:r>
            <a:r>
              <a:rPr lang="de-DE" sz="2000" dirty="0" err="1">
                <a:cs typeface="Calibri"/>
              </a:rPr>
              <a:t>var</a:t>
            </a:r>
            <a:r>
              <a:rPr lang="de-DE" sz="2000" dirty="0">
                <a:ea typeface="+mn-lt"/>
                <a:cs typeface="+mn-lt"/>
              </a:rPr>
              <a:t> </a:t>
            </a:r>
            <a:r>
              <a:rPr lang="de-DE" sz="2000" dirty="0" err="1">
                <a:ea typeface="+mn-lt"/>
                <a:cs typeface="+mn-lt"/>
              </a:rPr>
              <a:t>hexagon</a:t>
            </a:r>
            <a:r>
              <a:rPr lang="de-DE" sz="2000" dirty="0">
                <a:ea typeface="+mn-lt"/>
                <a:cs typeface="+mn-lt"/>
              </a:rPr>
              <a:t> =</a:t>
            </a:r>
            <a:r>
              <a:rPr lang="de-DE" sz="2000" dirty="0">
                <a:cs typeface="Calibri"/>
              </a:rPr>
              <a:t> </a:t>
            </a:r>
            <a:r>
              <a:rPr lang="de-DE" sz="2000" dirty="0" err="1">
                <a:cs typeface="Calibri"/>
              </a:rPr>
              <a:t>document.createElement</a:t>
            </a:r>
            <a:r>
              <a:rPr lang="de-DE" sz="2000" dirty="0">
                <a:cs typeface="Calibri"/>
              </a:rPr>
              <a:t>("DIV") erschafft man ein div Element unter der Variable </a:t>
            </a:r>
            <a:r>
              <a:rPr lang="de-DE" sz="2000" dirty="0" err="1">
                <a:cs typeface="Calibri"/>
              </a:rPr>
              <a:t>hexagon</a:t>
            </a:r>
            <a:r>
              <a:rPr lang="de-DE" sz="2000" dirty="0">
                <a:cs typeface="Calibri"/>
              </a:rPr>
              <a:t>. </a:t>
            </a:r>
            <a:endParaRPr lang="de-DE" sz="2000" dirty="0"/>
          </a:p>
          <a:p>
            <a:r>
              <a:rPr lang="de-DE" sz="2000" dirty="0">
                <a:cs typeface="Calibri"/>
              </a:rPr>
              <a:t>Nun muss man dem Spiel</a:t>
            </a:r>
            <a:r>
              <a:rPr lang="de-DE" sz="2000" dirty="0">
                <a:ea typeface="+mn-lt"/>
                <a:cs typeface="+mn-lt"/>
              </a:rPr>
              <a:t> sagen wo es das div erscheinen lassen soll. Das geht mit der Funktion [Parent].</a:t>
            </a:r>
            <a:r>
              <a:rPr lang="de-DE" sz="2000" dirty="0" err="1">
                <a:ea typeface="+mn-lt"/>
                <a:cs typeface="+mn-lt"/>
              </a:rPr>
              <a:t>appendChild</a:t>
            </a:r>
            <a:r>
              <a:rPr lang="de-DE" sz="2000" dirty="0">
                <a:ea typeface="+mn-lt"/>
                <a:cs typeface="+mn-lt"/>
              </a:rPr>
              <a:t>([Child]) </a:t>
            </a:r>
          </a:p>
          <a:p>
            <a:r>
              <a:rPr lang="de-DE" sz="2000" dirty="0" err="1">
                <a:ea typeface="+mn-lt"/>
                <a:cs typeface="+mn-lt"/>
              </a:rPr>
              <a:t>document.getElementById</a:t>
            </a:r>
            <a:r>
              <a:rPr lang="de-DE" sz="2000" dirty="0">
                <a:ea typeface="+mn-lt"/>
                <a:cs typeface="+mn-lt"/>
              </a:rPr>
              <a:t>("Spielfeld").</a:t>
            </a:r>
            <a:r>
              <a:rPr lang="de-DE" sz="2000" dirty="0" err="1">
                <a:ea typeface="+mn-lt"/>
                <a:cs typeface="+mn-lt"/>
              </a:rPr>
              <a:t>appendChild</a:t>
            </a:r>
            <a:r>
              <a:rPr lang="de-DE" sz="2000" dirty="0">
                <a:ea typeface="+mn-lt"/>
                <a:cs typeface="+mn-lt"/>
              </a:rPr>
              <a:t>(</a:t>
            </a:r>
            <a:r>
              <a:rPr lang="de-DE" sz="2000" dirty="0" err="1">
                <a:ea typeface="+mn-lt"/>
                <a:cs typeface="+mn-lt"/>
              </a:rPr>
              <a:t>hexagon</a:t>
            </a:r>
            <a:r>
              <a:rPr lang="de-DE" sz="2000" dirty="0">
                <a:ea typeface="+mn-lt"/>
                <a:cs typeface="+mn-lt"/>
              </a:rPr>
              <a:t>)</a:t>
            </a:r>
            <a:endParaRPr lang="de-DE" sz="2000" dirty="0">
              <a:cs typeface="Calibri"/>
            </a:endParaRPr>
          </a:p>
          <a:p>
            <a:r>
              <a:rPr lang="de-DE" sz="2000" dirty="0">
                <a:ea typeface="+mn-lt"/>
                <a:cs typeface="+mn-lt"/>
              </a:rPr>
              <a:t>Hier ist das Element mit der ID "Spielfeld" das Elternteil und das vorher definierte div namens </a:t>
            </a:r>
            <a:r>
              <a:rPr lang="de-DE" sz="2000" dirty="0" err="1">
                <a:ea typeface="+mn-lt"/>
                <a:cs typeface="+mn-lt"/>
              </a:rPr>
              <a:t>hexagon</a:t>
            </a:r>
            <a:r>
              <a:rPr lang="de-DE" sz="2000" dirty="0">
                <a:ea typeface="+mn-lt"/>
                <a:cs typeface="+mn-lt"/>
              </a:rPr>
              <a:t> das Kind.</a:t>
            </a:r>
          </a:p>
          <a:p>
            <a:r>
              <a:rPr lang="de-DE" sz="2000" dirty="0">
                <a:ea typeface="+mn-lt"/>
                <a:cs typeface="+mn-lt"/>
              </a:rPr>
              <a:t>Als nächstes weist man dem Element eine ID oder Class zu um es in CSS zu </a:t>
            </a:r>
            <a:r>
              <a:rPr lang="de-DE" sz="2000" dirty="0" err="1">
                <a:ea typeface="+mn-lt"/>
                <a:cs typeface="+mn-lt"/>
              </a:rPr>
              <a:t>styleisen</a:t>
            </a:r>
            <a:r>
              <a:rPr lang="de-DE" sz="2000" dirty="0">
                <a:ea typeface="+mn-lt"/>
                <a:cs typeface="+mn-lt"/>
              </a:rPr>
              <a:t>.    </a:t>
            </a:r>
          </a:p>
          <a:p>
            <a:r>
              <a:rPr lang="de-DE" sz="2000" dirty="0">
                <a:ea typeface="+mn-lt"/>
                <a:cs typeface="+mn-lt"/>
              </a:rPr>
              <a:t>div.id = "</a:t>
            </a:r>
            <a:r>
              <a:rPr lang="de-DE" sz="2000" dirty="0" err="1">
                <a:ea typeface="+mn-lt"/>
                <a:cs typeface="+mn-lt"/>
              </a:rPr>
              <a:t>hexagon</a:t>
            </a:r>
            <a:r>
              <a:rPr lang="de-DE" sz="2000" dirty="0">
                <a:ea typeface="+mn-lt"/>
                <a:cs typeface="+mn-lt"/>
              </a:rPr>
              <a:t>"   ||</a:t>
            </a:r>
          </a:p>
          <a:p>
            <a:r>
              <a:rPr lang="de-DE" sz="2000" dirty="0" err="1">
                <a:ea typeface="+mn-lt"/>
                <a:cs typeface="+mn-lt"/>
              </a:rPr>
              <a:t>div.classList.add</a:t>
            </a:r>
            <a:r>
              <a:rPr lang="de-DE" sz="2000" dirty="0">
                <a:ea typeface="+mn-lt"/>
                <a:cs typeface="+mn-lt"/>
              </a:rPr>
              <a:t>("</a:t>
            </a:r>
            <a:r>
              <a:rPr lang="de-DE" sz="2000" dirty="0" err="1">
                <a:ea typeface="+mn-lt"/>
                <a:cs typeface="+mn-lt"/>
              </a:rPr>
              <a:t>hexagon</a:t>
            </a:r>
            <a:r>
              <a:rPr lang="de-DE" sz="2000" dirty="0">
                <a:ea typeface="+mn-lt"/>
                <a:cs typeface="+mn-lt"/>
              </a:rPr>
              <a:t>");</a:t>
            </a:r>
            <a:endParaRPr lang="de-DE" sz="2000" dirty="0"/>
          </a:p>
          <a:p>
            <a:endParaRPr lang="de-DE" sz="2000">
              <a:ea typeface="+mn-lt"/>
              <a:cs typeface="+mn-lt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6200B311-3585-4069-AAC6-CD443FA5B8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523986" y="1690688"/>
            <a:ext cx="3668014" cy="5167312"/>
          </a:xfrm>
          <a:custGeom>
            <a:avLst/>
            <a:gdLst>
              <a:gd name="connsiteX0" fmla="*/ 2391664 w 3668014"/>
              <a:gd name="connsiteY0" fmla="*/ 0 h 5167312"/>
              <a:gd name="connsiteX1" fmla="*/ 3668014 w 3668014"/>
              <a:gd name="connsiteY1" fmla="*/ 0 h 5167312"/>
              <a:gd name="connsiteX2" fmla="*/ 3668014 w 3668014"/>
              <a:gd name="connsiteY2" fmla="*/ 5167312 h 5167312"/>
              <a:gd name="connsiteX3" fmla="*/ 0 w 3668014"/>
              <a:gd name="connsiteY3" fmla="*/ 5167312 h 5167312"/>
              <a:gd name="connsiteX4" fmla="*/ 2393879 w 3668014"/>
              <a:gd name="connsiteY4" fmla="*/ 952 h 5167312"/>
              <a:gd name="connsiteX5" fmla="*/ 2391664 w 3668014"/>
              <a:gd name="connsiteY5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68014" h="5167312">
                <a:moveTo>
                  <a:pt x="2391664" y="0"/>
                </a:moveTo>
                <a:lnTo>
                  <a:pt x="3668014" y="0"/>
                </a:lnTo>
                <a:lnTo>
                  <a:pt x="3668014" y="5167312"/>
                </a:lnTo>
                <a:lnTo>
                  <a:pt x="0" y="5167312"/>
                </a:lnTo>
                <a:lnTo>
                  <a:pt x="2393879" y="952"/>
                </a:lnTo>
                <a:lnTo>
                  <a:pt x="2391664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14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2">
            <a:extLst>
              <a:ext uri="{FF2B5EF4-FFF2-40B4-BE49-F238E27FC236}">
                <a16:creationId xmlns:a16="http://schemas.microsoft.com/office/drawing/2014/main" xmlns="" id="{DFEB290B-8207-46CD-89B3-A0053B136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4035"/>
            <a:ext cx="17019656" cy="741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9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3"/>
            <a:ext cx="6103811" cy="685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6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5573375" cy="845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9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67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4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612600" cy="1262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6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65" y="0"/>
            <a:ext cx="10619263" cy="695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7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9649" y="-381264"/>
            <a:ext cx="10801350" cy="776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9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533913" cy="595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3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Benutzerdefiniert</PresentationFormat>
  <Paragraphs>19</Paragraphs>
  <Slides>12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3" baseType="lpstr">
      <vt:lpstr>Larissa</vt:lpstr>
      <vt:lpstr>Nuklear Strike</vt:lpstr>
      <vt:lpstr>Bausystem in Javascript</vt:lpstr>
      <vt:lpstr>PowerPoint-Präsentation</vt:lpstr>
      <vt:lpstr>Wie erschafft man Gebäude / Objekte in JS?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/>
  <cp:lastModifiedBy>Windows-Benutzer</cp:lastModifiedBy>
  <cp:revision>110</cp:revision>
  <dcterms:created xsi:type="dcterms:W3CDTF">2022-01-17T04:33:00Z</dcterms:created>
  <dcterms:modified xsi:type="dcterms:W3CDTF">2022-01-19T09:02:44Z</dcterms:modified>
</cp:coreProperties>
</file>